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364758-C944-40A5-817E-6E6FDA36055F}" type="doc">
      <dgm:prSet loTypeId="urn:microsoft.com/office/officeart/2005/8/layout/chevron1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E8821F-AF61-49CB-89BA-485911A02744}">
      <dgm:prSet/>
      <dgm:spPr/>
      <dgm:t>
        <a:bodyPr/>
        <a:lstStyle/>
        <a:p>
          <a:r>
            <a:rPr lang="en-US" b="1" u="sng" dirty="0"/>
            <a:t>Feasibility of the Idea</a:t>
          </a:r>
          <a:endParaRPr lang="en-US" dirty="0"/>
        </a:p>
      </dgm:t>
    </dgm:pt>
    <dgm:pt modelId="{B437812B-A9AA-41D9-A2E7-3B798048F343}" type="parTrans" cxnId="{D361685D-E401-472D-9509-C2E66F6BFDE1}">
      <dgm:prSet/>
      <dgm:spPr/>
      <dgm:t>
        <a:bodyPr/>
        <a:lstStyle/>
        <a:p>
          <a:endParaRPr lang="en-US"/>
        </a:p>
      </dgm:t>
    </dgm:pt>
    <dgm:pt modelId="{B3532194-5927-4456-B130-45482E954242}" type="sibTrans" cxnId="{D361685D-E401-472D-9509-C2E66F6BFDE1}">
      <dgm:prSet/>
      <dgm:spPr/>
      <dgm:t>
        <a:bodyPr/>
        <a:lstStyle/>
        <a:p>
          <a:endParaRPr lang="en-US"/>
        </a:p>
      </dgm:t>
    </dgm:pt>
    <dgm:pt modelId="{94019CEF-2E92-4A0B-9167-6A8A33A76EAA}">
      <dgm:prSet/>
      <dgm:spPr/>
      <dgm:t>
        <a:bodyPr/>
        <a:lstStyle/>
        <a:p>
          <a:r>
            <a:rPr lang="en-US" b="1" dirty="0"/>
            <a:t>Technical feasibility</a:t>
          </a:r>
          <a:r>
            <a:rPr lang="en-US" dirty="0"/>
            <a:t>: Software-focused UAV solution with AI/ML modules</a:t>
          </a:r>
        </a:p>
      </dgm:t>
    </dgm:pt>
    <dgm:pt modelId="{731F9899-86AB-47C1-BC43-6626B595C280}" type="parTrans" cxnId="{8C65C3A7-AD58-4DF2-AD47-24082B5D1E98}">
      <dgm:prSet/>
      <dgm:spPr/>
      <dgm:t>
        <a:bodyPr/>
        <a:lstStyle/>
        <a:p>
          <a:endParaRPr lang="en-US"/>
        </a:p>
      </dgm:t>
    </dgm:pt>
    <dgm:pt modelId="{614133D0-E306-43E3-BAEC-622D10425183}" type="sibTrans" cxnId="{8C65C3A7-AD58-4DF2-AD47-24082B5D1E98}">
      <dgm:prSet/>
      <dgm:spPr/>
      <dgm:t>
        <a:bodyPr/>
        <a:lstStyle/>
        <a:p>
          <a:endParaRPr lang="en-US"/>
        </a:p>
      </dgm:t>
    </dgm:pt>
    <dgm:pt modelId="{B30ADAC6-8B1E-4929-8342-F5A6355B342E}">
      <dgm:prSet/>
      <dgm:spPr/>
      <dgm:t>
        <a:bodyPr/>
        <a:lstStyle/>
        <a:p>
          <a:r>
            <a:rPr lang="en-US" b="1"/>
            <a:t>Operational feasibility</a:t>
          </a:r>
          <a:r>
            <a:rPr lang="en-US"/>
            <a:t>: Cloud communication and virtual simulation</a:t>
          </a:r>
        </a:p>
      </dgm:t>
    </dgm:pt>
    <dgm:pt modelId="{C4790756-675F-4839-883A-A31FC8269FD0}" type="parTrans" cxnId="{F7E57523-AB7F-46DC-ABB2-42555507CADF}">
      <dgm:prSet/>
      <dgm:spPr/>
      <dgm:t>
        <a:bodyPr/>
        <a:lstStyle/>
        <a:p>
          <a:endParaRPr lang="en-US"/>
        </a:p>
      </dgm:t>
    </dgm:pt>
    <dgm:pt modelId="{19016731-13D7-4A8B-AA98-028C92AECFCA}" type="sibTrans" cxnId="{F7E57523-AB7F-46DC-ABB2-42555507CADF}">
      <dgm:prSet/>
      <dgm:spPr/>
      <dgm:t>
        <a:bodyPr/>
        <a:lstStyle/>
        <a:p>
          <a:endParaRPr lang="en-US"/>
        </a:p>
      </dgm:t>
    </dgm:pt>
    <dgm:pt modelId="{870CE09A-B7CF-4D51-B1FF-8B6C4A1A5D6D}">
      <dgm:prSet/>
      <dgm:spPr/>
      <dgm:t>
        <a:bodyPr/>
        <a:lstStyle/>
        <a:p>
          <a:r>
            <a:rPr lang="en-US" b="1" dirty="0"/>
            <a:t>Economic feasibility</a:t>
          </a:r>
          <a:r>
            <a:rPr lang="en-US" dirty="0"/>
            <a:t>: Cost-effective deployment and maintenance</a:t>
          </a:r>
        </a:p>
      </dgm:t>
    </dgm:pt>
    <dgm:pt modelId="{947BB411-148A-4774-9B82-F6D6778FA1A5}" type="parTrans" cxnId="{A4AD1FE6-A2D5-4DF5-92C9-BA703A0167A6}">
      <dgm:prSet/>
      <dgm:spPr/>
      <dgm:t>
        <a:bodyPr/>
        <a:lstStyle/>
        <a:p>
          <a:endParaRPr lang="en-US"/>
        </a:p>
      </dgm:t>
    </dgm:pt>
    <dgm:pt modelId="{EFC53C24-5B2A-4534-B73C-D13929ED4C38}" type="sibTrans" cxnId="{A4AD1FE6-A2D5-4DF5-92C9-BA703A0167A6}">
      <dgm:prSet/>
      <dgm:spPr/>
      <dgm:t>
        <a:bodyPr/>
        <a:lstStyle/>
        <a:p>
          <a:endParaRPr lang="en-US"/>
        </a:p>
      </dgm:t>
    </dgm:pt>
    <dgm:pt modelId="{A8D7FF84-1725-433D-8373-680AF0CF3617}">
      <dgm:prSet/>
      <dgm:spPr/>
      <dgm:t>
        <a:bodyPr/>
        <a:lstStyle/>
        <a:p>
          <a:r>
            <a:rPr lang="en-IN" b="1" u="sng" dirty="0"/>
            <a:t>Potential Challenges &amp; Risks</a:t>
          </a:r>
          <a:endParaRPr lang="en-US" dirty="0"/>
        </a:p>
      </dgm:t>
    </dgm:pt>
    <dgm:pt modelId="{0BC94391-391F-4F47-BC1E-13ECBA6A6D4E}" type="parTrans" cxnId="{04CCA2C9-E115-472B-B7AB-A06B07510980}">
      <dgm:prSet/>
      <dgm:spPr/>
      <dgm:t>
        <a:bodyPr/>
        <a:lstStyle/>
        <a:p>
          <a:endParaRPr lang="en-US"/>
        </a:p>
      </dgm:t>
    </dgm:pt>
    <dgm:pt modelId="{BABC1F27-7FFD-4994-BD26-4796906A52EA}" type="sibTrans" cxnId="{04CCA2C9-E115-472B-B7AB-A06B07510980}">
      <dgm:prSet/>
      <dgm:spPr/>
      <dgm:t>
        <a:bodyPr/>
        <a:lstStyle/>
        <a:p>
          <a:endParaRPr lang="en-US"/>
        </a:p>
      </dgm:t>
    </dgm:pt>
    <dgm:pt modelId="{7BCC23B0-BFFD-4B52-BA87-785D5B1B257F}">
      <dgm:prSet/>
      <dgm:spPr/>
      <dgm:t>
        <a:bodyPr/>
        <a:lstStyle/>
        <a:p>
          <a:r>
            <a:rPr lang="en-IN"/>
            <a:t>ML accuracy and real-time streaming latency</a:t>
          </a:r>
          <a:endParaRPr lang="en-US"/>
        </a:p>
      </dgm:t>
    </dgm:pt>
    <dgm:pt modelId="{815B5656-43D4-4586-A1C5-CE10EAABCD3F}" type="parTrans" cxnId="{85F45BC9-2E99-47FE-A9B0-50932A6B9A8C}">
      <dgm:prSet/>
      <dgm:spPr/>
      <dgm:t>
        <a:bodyPr/>
        <a:lstStyle/>
        <a:p>
          <a:endParaRPr lang="en-US"/>
        </a:p>
      </dgm:t>
    </dgm:pt>
    <dgm:pt modelId="{B4AA8B38-66D7-4596-810C-DA61BC50F41D}" type="sibTrans" cxnId="{85F45BC9-2E99-47FE-A9B0-50932A6B9A8C}">
      <dgm:prSet/>
      <dgm:spPr/>
      <dgm:t>
        <a:bodyPr/>
        <a:lstStyle/>
        <a:p>
          <a:endParaRPr lang="en-US"/>
        </a:p>
      </dgm:t>
    </dgm:pt>
    <dgm:pt modelId="{624F6902-5363-40FE-A741-615C841F4796}">
      <dgm:prSet/>
      <dgm:spPr/>
      <dgm:t>
        <a:bodyPr/>
        <a:lstStyle/>
        <a:p>
          <a:r>
            <a:rPr lang="en-IN"/>
            <a:t>Software integration and data security</a:t>
          </a:r>
          <a:endParaRPr lang="en-US"/>
        </a:p>
      </dgm:t>
    </dgm:pt>
    <dgm:pt modelId="{02A12D08-16E0-471C-9240-7644762DCD26}" type="parTrans" cxnId="{54F68EFF-E479-49DA-9D91-34A1B010988C}">
      <dgm:prSet/>
      <dgm:spPr/>
      <dgm:t>
        <a:bodyPr/>
        <a:lstStyle/>
        <a:p>
          <a:endParaRPr lang="en-US"/>
        </a:p>
      </dgm:t>
    </dgm:pt>
    <dgm:pt modelId="{936B8F94-E00A-4124-BA85-5616A7939FA2}" type="sibTrans" cxnId="{54F68EFF-E479-49DA-9D91-34A1B010988C}">
      <dgm:prSet/>
      <dgm:spPr/>
      <dgm:t>
        <a:bodyPr/>
        <a:lstStyle/>
        <a:p>
          <a:endParaRPr lang="en-US"/>
        </a:p>
      </dgm:t>
    </dgm:pt>
    <dgm:pt modelId="{3A7E894A-CC5F-4C33-BB94-48A7A2BBE86D}">
      <dgm:prSet/>
      <dgm:spPr/>
      <dgm:t>
        <a:bodyPr/>
        <a:lstStyle/>
        <a:p>
          <a:r>
            <a:rPr lang="en-IN"/>
            <a:t>Scalability</a:t>
          </a:r>
          <a:endParaRPr lang="en-US"/>
        </a:p>
      </dgm:t>
    </dgm:pt>
    <dgm:pt modelId="{26D02AE2-E98B-446C-BD1C-4E17EA275284}" type="parTrans" cxnId="{23965800-8AF6-40EE-8942-44D2DF48E85E}">
      <dgm:prSet/>
      <dgm:spPr/>
      <dgm:t>
        <a:bodyPr/>
        <a:lstStyle/>
        <a:p>
          <a:endParaRPr lang="en-US"/>
        </a:p>
      </dgm:t>
    </dgm:pt>
    <dgm:pt modelId="{CA121115-D870-4C10-A92C-39A641CFBA23}" type="sibTrans" cxnId="{23965800-8AF6-40EE-8942-44D2DF48E85E}">
      <dgm:prSet/>
      <dgm:spPr/>
      <dgm:t>
        <a:bodyPr/>
        <a:lstStyle/>
        <a:p>
          <a:endParaRPr lang="en-US"/>
        </a:p>
      </dgm:t>
    </dgm:pt>
    <dgm:pt modelId="{AF882B73-1A19-420D-AB8B-AD84076C7B17}">
      <dgm:prSet/>
      <dgm:spPr/>
      <dgm:t>
        <a:bodyPr/>
        <a:lstStyle/>
        <a:p>
          <a:r>
            <a:rPr lang="en-IN" b="1" u="sng" dirty="0"/>
            <a:t>Strategies to Overcome Challenges</a:t>
          </a:r>
          <a:endParaRPr lang="en-US" dirty="0"/>
        </a:p>
      </dgm:t>
    </dgm:pt>
    <dgm:pt modelId="{D6AED8C8-BE47-49A8-8D90-AF123CB798AC}" type="parTrans" cxnId="{2E1C8C2B-CB04-40D1-A645-163E23150550}">
      <dgm:prSet/>
      <dgm:spPr/>
      <dgm:t>
        <a:bodyPr/>
        <a:lstStyle/>
        <a:p>
          <a:endParaRPr lang="en-US"/>
        </a:p>
      </dgm:t>
    </dgm:pt>
    <dgm:pt modelId="{806D6705-9A23-4F3C-A75F-10E48A6AEC0D}" type="sibTrans" cxnId="{2E1C8C2B-CB04-40D1-A645-163E23150550}">
      <dgm:prSet/>
      <dgm:spPr/>
      <dgm:t>
        <a:bodyPr/>
        <a:lstStyle/>
        <a:p>
          <a:endParaRPr lang="en-US"/>
        </a:p>
      </dgm:t>
    </dgm:pt>
    <dgm:pt modelId="{16D98195-4D3C-4F4F-8E95-2E09942EC79B}">
      <dgm:prSet/>
      <dgm:spPr/>
      <dgm:t>
        <a:bodyPr/>
        <a:lstStyle/>
        <a:p>
          <a:r>
            <a:rPr lang="en-IN"/>
            <a:t>Robust ML training</a:t>
          </a:r>
          <a:endParaRPr lang="en-US"/>
        </a:p>
      </dgm:t>
    </dgm:pt>
    <dgm:pt modelId="{5F470FEA-A11B-42AB-AB02-C28123569199}" type="parTrans" cxnId="{8B4A3DF5-7F9F-49EB-AAB6-884CFFBC8968}">
      <dgm:prSet/>
      <dgm:spPr/>
      <dgm:t>
        <a:bodyPr/>
        <a:lstStyle/>
        <a:p>
          <a:endParaRPr lang="en-US"/>
        </a:p>
      </dgm:t>
    </dgm:pt>
    <dgm:pt modelId="{4B3C4F4F-B2F0-44D5-A4BC-67A577B3E1C7}" type="sibTrans" cxnId="{8B4A3DF5-7F9F-49EB-AAB6-884CFFBC8968}">
      <dgm:prSet/>
      <dgm:spPr/>
      <dgm:t>
        <a:bodyPr/>
        <a:lstStyle/>
        <a:p>
          <a:endParaRPr lang="en-US"/>
        </a:p>
      </dgm:t>
    </dgm:pt>
    <dgm:pt modelId="{ABF4CB03-F505-4CE1-8F22-CA007A853CB3}">
      <dgm:prSet/>
      <dgm:spPr/>
      <dgm:t>
        <a:bodyPr/>
        <a:lstStyle/>
        <a:p>
          <a:r>
            <a:rPr lang="en-IN" dirty="0"/>
            <a:t>Edge computing for latency reduction</a:t>
          </a:r>
          <a:endParaRPr lang="en-US" dirty="0"/>
        </a:p>
      </dgm:t>
    </dgm:pt>
    <dgm:pt modelId="{D96E4402-53FA-49C5-837F-A41D77879138}" type="parTrans" cxnId="{B5E0F4DE-C089-4C41-8FDE-300675B7089D}">
      <dgm:prSet/>
      <dgm:spPr/>
      <dgm:t>
        <a:bodyPr/>
        <a:lstStyle/>
        <a:p>
          <a:endParaRPr lang="en-US"/>
        </a:p>
      </dgm:t>
    </dgm:pt>
    <dgm:pt modelId="{F815BC43-AA5D-4065-BD72-9DE9DDF0554C}" type="sibTrans" cxnId="{B5E0F4DE-C089-4C41-8FDE-300675B7089D}">
      <dgm:prSet/>
      <dgm:spPr/>
      <dgm:t>
        <a:bodyPr/>
        <a:lstStyle/>
        <a:p>
          <a:endParaRPr lang="en-US"/>
        </a:p>
      </dgm:t>
    </dgm:pt>
    <dgm:pt modelId="{D4C6B224-C5B2-496A-9B84-81D0D2F37FEA}">
      <dgm:prSet/>
      <dgm:spPr/>
      <dgm:t>
        <a:bodyPr/>
        <a:lstStyle/>
        <a:p>
          <a:r>
            <a:rPr lang="en-IN" dirty="0"/>
            <a:t>Modular software architecture</a:t>
          </a:r>
          <a:endParaRPr lang="en-US" dirty="0"/>
        </a:p>
      </dgm:t>
    </dgm:pt>
    <dgm:pt modelId="{003182D0-E1E9-42D6-97D5-268A408174F0}" type="parTrans" cxnId="{2213B4F5-965B-407D-8042-5895A03AA605}">
      <dgm:prSet/>
      <dgm:spPr/>
      <dgm:t>
        <a:bodyPr/>
        <a:lstStyle/>
        <a:p>
          <a:endParaRPr lang="en-US"/>
        </a:p>
      </dgm:t>
    </dgm:pt>
    <dgm:pt modelId="{7739615D-A21D-4B81-9A62-2C75EDD24EE7}" type="sibTrans" cxnId="{2213B4F5-965B-407D-8042-5895A03AA605}">
      <dgm:prSet/>
      <dgm:spPr/>
      <dgm:t>
        <a:bodyPr/>
        <a:lstStyle/>
        <a:p>
          <a:endParaRPr lang="en-US"/>
        </a:p>
      </dgm:t>
    </dgm:pt>
    <dgm:pt modelId="{1683446A-C19C-47A1-A8D3-BEF6352E9DCC}">
      <dgm:prSet/>
      <dgm:spPr/>
      <dgm:t>
        <a:bodyPr/>
        <a:lstStyle/>
        <a:p>
          <a:r>
            <a:rPr lang="en-IN" dirty="0"/>
            <a:t>Cloud security protocols and scalable design</a:t>
          </a:r>
          <a:endParaRPr lang="en-US" dirty="0"/>
        </a:p>
      </dgm:t>
    </dgm:pt>
    <dgm:pt modelId="{230DEF42-0AAA-4B29-8D1B-75B243CCB031}" type="parTrans" cxnId="{B6BDDDB3-15A1-4D50-A665-5E8DCAD48F4F}">
      <dgm:prSet/>
      <dgm:spPr/>
      <dgm:t>
        <a:bodyPr/>
        <a:lstStyle/>
        <a:p>
          <a:endParaRPr lang="en-US"/>
        </a:p>
      </dgm:t>
    </dgm:pt>
    <dgm:pt modelId="{00CC5911-41F6-40CE-ADB2-6A457714756C}" type="sibTrans" cxnId="{B6BDDDB3-15A1-4D50-A665-5E8DCAD48F4F}">
      <dgm:prSet/>
      <dgm:spPr/>
      <dgm:t>
        <a:bodyPr/>
        <a:lstStyle/>
        <a:p>
          <a:endParaRPr lang="en-US"/>
        </a:p>
      </dgm:t>
    </dgm:pt>
    <dgm:pt modelId="{B84C04CA-6405-42CD-B96A-E3573CC2A88F}" type="pres">
      <dgm:prSet presAssocID="{5C364758-C944-40A5-817E-6E6FDA36055F}" presName="Name0" presStyleCnt="0">
        <dgm:presLayoutVars>
          <dgm:dir/>
          <dgm:animLvl val="lvl"/>
          <dgm:resizeHandles val="exact"/>
        </dgm:presLayoutVars>
      </dgm:prSet>
      <dgm:spPr/>
    </dgm:pt>
    <dgm:pt modelId="{B7B48043-90DE-4BBF-8F72-2DE783D35FE6}" type="pres">
      <dgm:prSet presAssocID="{F9E8821F-AF61-49CB-89BA-485911A02744}" presName="composite" presStyleCnt="0"/>
      <dgm:spPr/>
    </dgm:pt>
    <dgm:pt modelId="{ED5EC6D1-16CC-4893-81BC-52C7CBAA0422}" type="pres">
      <dgm:prSet presAssocID="{F9E8821F-AF61-49CB-89BA-485911A02744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F5E48A4-28A9-40AE-A9F0-82AE3D9C4123}" type="pres">
      <dgm:prSet presAssocID="{F9E8821F-AF61-49CB-89BA-485911A02744}" presName="desTx" presStyleLbl="revTx" presStyleIdx="0" presStyleCnt="3">
        <dgm:presLayoutVars>
          <dgm:bulletEnabled val="1"/>
        </dgm:presLayoutVars>
      </dgm:prSet>
      <dgm:spPr/>
    </dgm:pt>
    <dgm:pt modelId="{59713495-0493-4295-9C46-3090C25CC40D}" type="pres">
      <dgm:prSet presAssocID="{B3532194-5927-4456-B130-45482E954242}" presName="space" presStyleCnt="0"/>
      <dgm:spPr/>
    </dgm:pt>
    <dgm:pt modelId="{09AC350B-65B8-4B46-8375-3E64268EE2FB}" type="pres">
      <dgm:prSet presAssocID="{A8D7FF84-1725-433D-8373-680AF0CF3617}" presName="composite" presStyleCnt="0"/>
      <dgm:spPr/>
    </dgm:pt>
    <dgm:pt modelId="{2A93DC80-EF9F-4085-8385-99613DE45B11}" type="pres">
      <dgm:prSet presAssocID="{A8D7FF84-1725-433D-8373-680AF0CF3617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0D320CB-6127-4CDC-B368-E31F0C8B6CDC}" type="pres">
      <dgm:prSet presAssocID="{A8D7FF84-1725-433D-8373-680AF0CF3617}" presName="desTx" presStyleLbl="revTx" presStyleIdx="1" presStyleCnt="3">
        <dgm:presLayoutVars>
          <dgm:bulletEnabled val="1"/>
        </dgm:presLayoutVars>
      </dgm:prSet>
      <dgm:spPr/>
    </dgm:pt>
    <dgm:pt modelId="{88372F42-0BC8-4C84-859A-A753E697BAB0}" type="pres">
      <dgm:prSet presAssocID="{BABC1F27-7FFD-4994-BD26-4796906A52EA}" presName="space" presStyleCnt="0"/>
      <dgm:spPr/>
    </dgm:pt>
    <dgm:pt modelId="{C4BA7DE1-F649-4080-9B8B-B25F3C7C02F7}" type="pres">
      <dgm:prSet presAssocID="{AF882B73-1A19-420D-AB8B-AD84076C7B17}" presName="composite" presStyleCnt="0"/>
      <dgm:spPr/>
    </dgm:pt>
    <dgm:pt modelId="{D28AEF84-830B-4835-A3F1-82BBAF423646}" type="pres">
      <dgm:prSet presAssocID="{AF882B73-1A19-420D-AB8B-AD84076C7B17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386F434C-EE3D-4D27-AD65-B7D51B7FD645}" type="pres">
      <dgm:prSet presAssocID="{AF882B73-1A19-420D-AB8B-AD84076C7B17}" presName="desTx" presStyleLbl="revTx" presStyleIdx="2" presStyleCnt="3">
        <dgm:presLayoutVars>
          <dgm:bulletEnabled val="1"/>
        </dgm:presLayoutVars>
      </dgm:prSet>
      <dgm:spPr/>
    </dgm:pt>
  </dgm:ptLst>
  <dgm:cxnLst>
    <dgm:cxn modelId="{23965800-8AF6-40EE-8942-44D2DF48E85E}" srcId="{A8D7FF84-1725-433D-8373-680AF0CF3617}" destId="{3A7E894A-CC5F-4C33-BB94-48A7A2BBE86D}" srcOrd="2" destOrd="0" parTransId="{26D02AE2-E98B-446C-BD1C-4E17EA275284}" sibTransId="{CA121115-D870-4C10-A92C-39A641CFBA23}"/>
    <dgm:cxn modelId="{6A235817-D637-4B89-B583-E63FC6BB2C74}" type="presOf" srcId="{F9E8821F-AF61-49CB-89BA-485911A02744}" destId="{ED5EC6D1-16CC-4893-81BC-52C7CBAA0422}" srcOrd="0" destOrd="0" presId="urn:microsoft.com/office/officeart/2005/8/layout/chevron1"/>
    <dgm:cxn modelId="{C3F9F91F-F7FE-4834-AEE0-75CD1E6626D2}" type="presOf" srcId="{ABF4CB03-F505-4CE1-8F22-CA007A853CB3}" destId="{386F434C-EE3D-4D27-AD65-B7D51B7FD645}" srcOrd="0" destOrd="1" presId="urn:microsoft.com/office/officeart/2005/8/layout/chevron1"/>
    <dgm:cxn modelId="{69DDCE22-8B01-4A23-B926-90BF08C51C8E}" type="presOf" srcId="{870CE09A-B7CF-4D51-B1FF-8B6C4A1A5D6D}" destId="{2F5E48A4-28A9-40AE-A9F0-82AE3D9C4123}" srcOrd="0" destOrd="2" presId="urn:microsoft.com/office/officeart/2005/8/layout/chevron1"/>
    <dgm:cxn modelId="{F7E57523-AB7F-46DC-ABB2-42555507CADF}" srcId="{F9E8821F-AF61-49CB-89BA-485911A02744}" destId="{B30ADAC6-8B1E-4929-8342-F5A6355B342E}" srcOrd="1" destOrd="0" parTransId="{C4790756-675F-4839-883A-A31FC8269FD0}" sibTransId="{19016731-13D7-4A8B-AA98-028C92AECFCA}"/>
    <dgm:cxn modelId="{417E3728-7BD6-4976-99DA-9E5A12019A1D}" type="presOf" srcId="{16D98195-4D3C-4F4F-8E95-2E09942EC79B}" destId="{386F434C-EE3D-4D27-AD65-B7D51B7FD645}" srcOrd="0" destOrd="0" presId="urn:microsoft.com/office/officeart/2005/8/layout/chevron1"/>
    <dgm:cxn modelId="{2E1C8C2B-CB04-40D1-A645-163E23150550}" srcId="{5C364758-C944-40A5-817E-6E6FDA36055F}" destId="{AF882B73-1A19-420D-AB8B-AD84076C7B17}" srcOrd="2" destOrd="0" parTransId="{D6AED8C8-BE47-49A8-8D90-AF123CB798AC}" sibTransId="{806D6705-9A23-4F3C-A75F-10E48A6AEC0D}"/>
    <dgm:cxn modelId="{D361685D-E401-472D-9509-C2E66F6BFDE1}" srcId="{5C364758-C944-40A5-817E-6E6FDA36055F}" destId="{F9E8821F-AF61-49CB-89BA-485911A02744}" srcOrd="0" destOrd="0" parTransId="{B437812B-A9AA-41D9-A2E7-3B798048F343}" sibTransId="{B3532194-5927-4456-B130-45482E954242}"/>
    <dgm:cxn modelId="{5862625F-C9B2-4AF2-AC5A-62AD8517776A}" type="presOf" srcId="{7BCC23B0-BFFD-4B52-BA87-785D5B1B257F}" destId="{50D320CB-6127-4CDC-B368-E31F0C8B6CDC}" srcOrd="0" destOrd="0" presId="urn:microsoft.com/office/officeart/2005/8/layout/chevron1"/>
    <dgm:cxn modelId="{D0100875-9922-4B50-84B4-F1FCF3562F53}" type="presOf" srcId="{3A7E894A-CC5F-4C33-BB94-48A7A2BBE86D}" destId="{50D320CB-6127-4CDC-B368-E31F0C8B6CDC}" srcOrd="0" destOrd="2" presId="urn:microsoft.com/office/officeart/2005/8/layout/chevron1"/>
    <dgm:cxn modelId="{33565682-374B-4B21-BEBA-47E95FAC3663}" type="presOf" srcId="{A8D7FF84-1725-433D-8373-680AF0CF3617}" destId="{2A93DC80-EF9F-4085-8385-99613DE45B11}" srcOrd="0" destOrd="0" presId="urn:microsoft.com/office/officeart/2005/8/layout/chevron1"/>
    <dgm:cxn modelId="{46544D91-B185-415D-925D-1B3FE8806D88}" type="presOf" srcId="{5C364758-C944-40A5-817E-6E6FDA36055F}" destId="{B84C04CA-6405-42CD-B96A-E3573CC2A88F}" srcOrd="0" destOrd="0" presId="urn:microsoft.com/office/officeart/2005/8/layout/chevron1"/>
    <dgm:cxn modelId="{8C65C3A7-AD58-4DF2-AD47-24082B5D1E98}" srcId="{F9E8821F-AF61-49CB-89BA-485911A02744}" destId="{94019CEF-2E92-4A0B-9167-6A8A33A76EAA}" srcOrd="0" destOrd="0" parTransId="{731F9899-86AB-47C1-BC43-6626B595C280}" sibTransId="{614133D0-E306-43E3-BAEC-622D10425183}"/>
    <dgm:cxn modelId="{B6BDDDB3-15A1-4D50-A665-5E8DCAD48F4F}" srcId="{AF882B73-1A19-420D-AB8B-AD84076C7B17}" destId="{1683446A-C19C-47A1-A8D3-BEF6352E9DCC}" srcOrd="3" destOrd="0" parTransId="{230DEF42-0AAA-4B29-8D1B-75B243CCB031}" sibTransId="{00CC5911-41F6-40CE-ADB2-6A457714756C}"/>
    <dgm:cxn modelId="{FBFE48BF-6938-4C90-B7D0-602C095E95D1}" type="presOf" srcId="{624F6902-5363-40FE-A741-615C841F4796}" destId="{50D320CB-6127-4CDC-B368-E31F0C8B6CDC}" srcOrd="0" destOrd="1" presId="urn:microsoft.com/office/officeart/2005/8/layout/chevron1"/>
    <dgm:cxn modelId="{85F45BC9-2E99-47FE-A9B0-50932A6B9A8C}" srcId="{A8D7FF84-1725-433D-8373-680AF0CF3617}" destId="{7BCC23B0-BFFD-4B52-BA87-785D5B1B257F}" srcOrd="0" destOrd="0" parTransId="{815B5656-43D4-4586-A1C5-CE10EAABCD3F}" sibTransId="{B4AA8B38-66D7-4596-810C-DA61BC50F41D}"/>
    <dgm:cxn modelId="{04CCA2C9-E115-472B-B7AB-A06B07510980}" srcId="{5C364758-C944-40A5-817E-6E6FDA36055F}" destId="{A8D7FF84-1725-433D-8373-680AF0CF3617}" srcOrd="1" destOrd="0" parTransId="{0BC94391-391F-4F47-BC1E-13ECBA6A6D4E}" sibTransId="{BABC1F27-7FFD-4994-BD26-4796906A52EA}"/>
    <dgm:cxn modelId="{CB04C9CC-C49F-45FB-825F-41A62C2DAD78}" type="presOf" srcId="{94019CEF-2E92-4A0B-9167-6A8A33A76EAA}" destId="{2F5E48A4-28A9-40AE-A9F0-82AE3D9C4123}" srcOrd="0" destOrd="0" presId="urn:microsoft.com/office/officeart/2005/8/layout/chevron1"/>
    <dgm:cxn modelId="{141CB2D8-D319-46EA-AE45-5C7E811F4518}" type="presOf" srcId="{1683446A-C19C-47A1-A8D3-BEF6352E9DCC}" destId="{386F434C-EE3D-4D27-AD65-B7D51B7FD645}" srcOrd="0" destOrd="3" presId="urn:microsoft.com/office/officeart/2005/8/layout/chevron1"/>
    <dgm:cxn modelId="{B5E0F4DE-C089-4C41-8FDE-300675B7089D}" srcId="{AF882B73-1A19-420D-AB8B-AD84076C7B17}" destId="{ABF4CB03-F505-4CE1-8F22-CA007A853CB3}" srcOrd="1" destOrd="0" parTransId="{D96E4402-53FA-49C5-837F-A41D77879138}" sibTransId="{F815BC43-AA5D-4065-BD72-9DE9DDF0554C}"/>
    <dgm:cxn modelId="{15BF00DF-3078-4F06-AACA-B2CE53CB7DA9}" type="presOf" srcId="{D4C6B224-C5B2-496A-9B84-81D0D2F37FEA}" destId="{386F434C-EE3D-4D27-AD65-B7D51B7FD645}" srcOrd="0" destOrd="2" presId="urn:microsoft.com/office/officeart/2005/8/layout/chevron1"/>
    <dgm:cxn modelId="{A4AD1FE6-A2D5-4DF5-92C9-BA703A0167A6}" srcId="{F9E8821F-AF61-49CB-89BA-485911A02744}" destId="{870CE09A-B7CF-4D51-B1FF-8B6C4A1A5D6D}" srcOrd="2" destOrd="0" parTransId="{947BB411-148A-4774-9B82-F6D6778FA1A5}" sibTransId="{EFC53C24-5B2A-4534-B73C-D13929ED4C38}"/>
    <dgm:cxn modelId="{8B4A3DF5-7F9F-49EB-AAB6-884CFFBC8968}" srcId="{AF882B73-1A19-420D-AB8B-AD84076C7B17}" destId="{16D98195-4D3C-4F4F-8E95-2E09942EC79B}" srcOrd="0" destOrd="0" parTransId="{5F470FEA-A11B-42AB-AB02-C28123569199}" sibTransId="{4B3C4F4F-B2F0-44D5-A4BC-67A577B3E1C7}"/>
    <dgm:cxn modelId="{2213B4F5-965B-407D-8042-5895A03AA605}" srcId="{AF882B73-1A19-420D-AB8B-AD84076C7B17}" destId="{D4C6B224-C5B2-496A-9B84-81D0D2F37FEA}" srcOrd="2" destOrd="0" parTransId="{003182D0-E1E9-42D6-97D5-268A408174F0}" sibTransId="{7739615D-A21D-4B81-9A62-2C75EDD24EE7}"/>
    <dgm:cxn modelId="{C5E568F9-6604-43E4-8F2A-E1BA45A20EFA}" type="presOf" srcId="{AF882B73-1A19-420D-AB8B-AD84076C7B17}" destId="{D28AEF84-830B-4835-A3F1-82BBAF423646}" srcOrd="0" destOrd="0" presId="urn:microsoft.com/office/officeart/2005/8/layout/chevron1"/>
    <dgm:cxn modelId="{36DE90FD-87E0-4F18-9835-BCF23CE8E834}" type="presOf" srcId="{B30ADAC6-8B1E-4929-8342-F5A6355B342E}" destId="{2F5E48A4-28A9-40AE-A9F0-82AE3D9C4123}" srcOrd="0" destOrd="1" presId="urn:microsoft.com/office/officeart/2005/8/layout/chevron1"/>
    <dgm:cxn modelId="{54F68EFF-E479-49DA-9D91-34A1B010988C}" srcId="{A8D7FF84-1725-433D-8373-680AF0CF3617}" destId="{624F6902-5363-40FE-A741-615C841F4796}" srcOrd="1" destOrd="0" parTransId="{02A12D08-16E0-471C-9240-7644762DCD26}" sibTransId="{936B8F94-E00A-4124-BA85-5616A7939FA2}"/>
    <dgm:cxn modelId="{04DC4540-A888-4430-8FE2-FBBB81758158}" type="presParOf" srcId="{B84C04CA-6405-42CD-B96A-E3573CC2A88F}" destId="{B7B48043-90DE-4BBF-8F72-2DE783D35FE6}" srcOrd="0" destOrd="0" presId="urn:microsoft.com/office/officeart/2005/8/layout/chevron1"/>
    <dgm:cxn modelId="{7F19D978-37B9-4387-90CC-7544C71A6BCC}" type="presParOf" srcId="{B7B48043-90DE-4BBF-8F72-2DE783D35FE6}" destId="{ED5EC6D1-16CC-4893-81BC-52C7CBAA0422}" srcOrd="0" destOrd="0" presId="urn:microsoft.com/office/officeart/2005/8/layout/chevron1"/>
    <dgm:cxn modelId="{23D5F956-E9FD-487F-AF2D-A4A6123F81C2}" type="presParOf" srcId="{B7B48043-90DE-4BBF-8F72-2DE783D35FE6}" destId="{2F5E48A4-28A9-40AE-A9F0-82AE3D9C4123}" srcOrd="1" destOrd="0" presId="urn:microsoft.com/office/officeart/2005/8/layout/chevron1"/>
    <dgm:cxn modelId="{EAE8DC5C-037C-47AD-A827-038D29A17334}" type="presParOf" srcId="{B84C04CA-6405-42CD-B96A-E3573CC2A88F}" destId="{59713495-0493-4295-9C46-3090C25CC40D}" srcOrd="1" destOrd="0" presId="urn:microsoft.com/office/officeart/2005/8/layout/chevron1"/>
    <dgm:cxn modelId="{EFE8BF16-FFE8-4DD4-B03A-4E020E54FF66}" type="presParOf" srcId="{B84C04CA-6405-42CD-B96A-E3573CC2A88F}" destId="{09AC350B-65B8-4B46-8375-3E64268EE2FB}" srcOrd="2" destOrd="0" presId="urn:microsoft.com/office/officeart/2005/8/layout/chevron1"/>
    <dgm:cxn modelId="{528799FF-EA10-4BE9-ABE2-81A48784316B}" type="presParOf" srcId="{09AC350B-65B8-4B46-8375-3E64268EE2FB}" destId="{2A93DC80-EF9F-4085-8385-99613DE45B11}" srcOrd="0" destOrd="0" presId="urn:microsoft.com/office/officeart/2005/8/layout/chevron1"/>
    <dgm:cxn modelId="{69D151CA-81AC-4887-AC29-F4E3CBECFF2F}" type="presParOf" srcId="{09AC350B-65B8-4B46-8375-3E64268EE2FB}" destId="{50D320CB-6127-4CDC-B368-E31F0C8B6CDC}" srcOrd="1" destOrd="0" presId="urn:microsoft.com/office/officeart/2005/8/layout/chevron1"/>
    <dgm:cxn modelId="{EEFCBC17-DD68-4E77-A4BC-206FBA55ED4E}" type="presParOf" srcId="{B84C04CA-6405-42CD-B96A-E3573CC2A88F}" destId="{88372F42-0BC8-4C84-859A-A753E697BAB0}" srcOrd="3" destOrd="0" presId="urn:microsoft.com/office/officeart/2005/8/layout/chevron1"/>
    <dgm:cxn modelId="{8FEF132D-AFB7-49D9-A6E5-0D364FA6FB53}" type="presParOf" srcId="{B84C04CA-6405-42CD-B96A-E3573CC2A88F}" destId="{C4BA7DE1-F649-4080-9B8B-B25F3C7C02F7}" srcOrd="4" destOrd="0" presId="urn:microsoft.com/office/officeart/2005/8/layout/chevron1"/>
    <dgm:cxn modelId="{22308D4D-442E-407E-9356-0DC3614E44D0}" type="presParOf" srcId="{C4BA7DE1-F649-4080-9B8B-B25F3C7C02F7}" destId="{D28AEF84-830B-4835-A3F1-82BBAF423646}" srcOrd="0" destOrd="0" presId="urn:microsoft.com/office/officeart/2005/8/layout/chevron1"/>
    <dgm:cxn modelId="{A349FDB1-3757-420F-B169-A44ECCE0E2EB}" type="presParOf" srcId="{C4BA7DE1-F649-4080-9B8B-B25F3C7C02F7}" destId="{386F434C-EE3D-4D27-AD65-B7D51B7FD645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EC6D1-16CC-4893-81BC-52C7CBAA0422}">
      <dsp:nvSpPr>
        <dsp:cNvPr id="0" name=""/>
        <dsp:cNvSpPr/>
      </dsp:nvSpPr>
      <dsp:spPr>
        <a:xfrm>
          <a:off x="2885" y="261732"/>
          <a:ext cx="2380324" cy="864000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Feasibility of the Idea</a:t>
          </a:r>
          <a:endParaRPr lang="en-US" sz="1600" kern="1200" dirty="0"/>
        </a:p>
      </dsp:txBody>
      <dsp:txXfrm>
        <a:off x="434885" y="261732"/>
        <a:ext cx="1516324" cy="864000"/>
      </dsp:txXfrm>
    </dsp:sp>
    <dsp:sp modelId="{2F5E48A4-28A9-40AE-A9F0-82AE3D9C4123}">
      <dsp:nvSpPr>
        <dsp:cNvPr id="0" name=""/>
        <dsp:cNvSpPr/>
      </dsp:nvSpPr>
      <dsp:spPr>
        <a:xfrm>
          <a:off x="2885" y="1233732"/>
          <a:ext cx="1904259" cy="280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Technical feasibility</a:t>
          </a:r>
          <a:r>
            <a:rPr lang="en-US" sz="1600" kern="1200" dirty="0"/>
            <a:t>: Software-focused UAV solution with AI/ML modules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Operational feasibility</a:t>
          </a:r>
          <a:r>
            <a:rPr lang="en-US" sz="1600" kern="1200"/>
            <a:t>: Cloud communication and virtual simulation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Economic feasibility</a:t>
          </a:r>
          <a:r>
            <a:rPr lang="en-US" sz="1600" kern="1200" dirty="0"/>
            <a:t>: Cost-effective deployment and maintenance</a:t>
          </a:r>
        </a:p>
      </dsp:txBody>
      <dsp:txXfrm>
        <a:off x="2885" y="1233732"/>
        <a:ext cx="1904259" cy="2808000"/>
      </dsp:txXfrm>
    </dsp:sp>
    <dsp:sp modelId="{2A93DC80-EF9F-4085-8385-99613DE45B11}">
      <dsp:nvSpPr>
        <dsp:cNvPr id="0" name=""/>
        <dsp:cNvSpPr/>
      </dsp:nvSpPr>
      <dsp:spPr>
        <a:xfrm>
          <a:off x="2167209" y="261732"/>
          <a:ext cx="2380324" cy="864000"/>
        </a:xfrm>
        <a:prstGeom prst="chevron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Potential Challenges &amp; Risks</a:t>
          </a:r>
          <a:endParaRPr lang="en-US" sz="1600" kern="1200" dirty="0"/>
        </a:p>
      </dsp:txBody>
      <dsp:txXfrm>
        <a:off x="2599209" y="261732"/>
        <a:ext cx="1516324" cy="864000"/>
      </dsp:txXfrm>
    </dsp:sp>
    <dsp:sp modelId="{50D320CB-6127-4CDC-B368-E31F0C8B6CDC}">
      <dsp:nvSpPr>
        <dsp:cNvPr id="0" name=""/>
        <dsp:cNvSpPr/>
      </dsp:nvSpPr>
      <dsp:spPr>
        <a:xfrm>
          <a:off x="2167209" y="1233732"/>
          <a:ext cx="1904259" cy="280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ML accuracy and real-time streaming latency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Software integration and data security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Scalability</a:t>
          </a:r>
          <a:endParaRPr lang="en-US" sz="1600" kern="1200"/>
        </a:p>
      </dsp:txBody>
      <dsp:txXfrm>
        <a:off x="2167209" y="1233732"/>
        <a:ext cx="1904259" cy="2808000"/>
      </dsp:txXfrm>
    </dsp:sp>
    <dsp:sp modelId="{D28AEF84-830B-4835-A3F1-82BBAF423646}">
      <dsp:nvSpPr>
        <dsp:cNvPr id="0" name=""/>
        <dsp:cNvSpPr/>
      </dsp:nvSpPr>
      <dsp:spPr>
        <a:xfrm>
          <a:off x="4331534" y="261732"/>
          <a:ext cx="2380324" cy="864000"/>
        </a:xfrm>
        <a:prstGeom prst="chevron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Strategies to Overcome Challenges</a:t>
          </a:r>
          <a:endParaRPr lang="en-US" sz="1600" kern="1200" dirty="0"/>
        </a:p>
      </dsp:txBody>
      <dsp:txXfrm>
        <a:off x="4763534" y="261732"/>
        <a:ext cx="1516324" cy="864000"/>
      </dsp:txXfrm>
    </dsp:sp>
    <dsp:sp modelId="{386F434C-EE3D-4D27-AD65-B7D51B7FD645}">
      <dsp:nvSpPr>
        <dsp:cNvPr id="0" name=""/>
        <dsp:cNvSpPr/>
      </dsp:nvSpPr>
      <dsp:spPr>
        <a:xfrm>
          <a:off x="4331534" y="1233732"/>
          <a:ext cx="1904259" cy="280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Robust ML training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Edge computing for latency reduction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Modular software architecture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Cloud security protocols and scalable design</a:t>
          </a:r>
          <a:endParaRPr lang="en-US" sz="1600" kern="1200" dirty="0"/>
        </a:p>
      </dsp:txBody>
      <dsp:txXfrm>
        <a:off x="4331534" y="1233732"/>
        <a:ext cx="1904259" cy="280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7:45:29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206 384 24575,'6'-1'0,"-1"0"0,1 0 0,0 0 0,-1-1 0,1 0 0,-1 0 0,9-5 0,9-3 0,109-33 0,194-36 0,-136 36 0,24-6 0,-195 42 0,-27 4 0,-34 3 0,35 0 0,-69 2 0,-215-1 0,224-4 0,1-3 0,-91-21 0,39-1 0,-213-44 0,450 87 0,299 99-1365,-361-95-5461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7:45:39.20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2932 224 24575,'0'1'0,"0"0"0,0-1 0,-1 1 0,1 0 0,-1 0 0,1 0 0,-1 0 0,1-1 0,-1 1 0,1 0 0,-1 0 0,0-1 0,1 1 0,-1 0 0,0-1 0,1 1 0,-1-1 0,0 1 0,0-1 0,0 0 0,0 1 0,0-1 0,1 0 0,-1 1 0,0-1 0,0 0 0,0 0 0,-2 0 0,-35 4 0,29-3 0,-47 0 0,-1-1 0,-68-11 0,-116-28 0,216 35 0,-421-87 0,25 4 0,385 80 0,7 1 0,51 11 0,113 33 0,165 70 0,-155-52 0,72 27 0,126 45 0,-228-91 0,123 23 0,-178-49 0,70 17 0,-116-24 0,27 9 0,-27-8 0,-14-5 0,0 0 0,0 0 0,0 0 0,-1 0 0,1 0 0,0 0 0,0 0 0,0 0 0,0 0 0,0 0 0,0 0 0,0 0 0,0 0 0,0 1 0,0-1 0,0 0 0,0 0 0,0 0 0,0 0 0,0 0 0,0 0 0,0 0 0,0 0 0,0 0 0,0 0 0,0 0 0,1 0 0,-1 0 0,0 0 0,0 0 0,0 1 0,0-1 0,0 0 0,0 0 0,0 0 0,0 0 0,0 0 0,0 0 0,0 0 0,0 0 0,0 0 0,0 0 0,0 0 0,0 0 0,-32 0 0,0-2 0,0-1 0,0-1 0,-36-11 0,5 3 0,-342-61 0,-316-61 0,665 123 0,0 2 0,0 2 0,-90 2 0,-494 9 0,351-6 0,-285 2 0,594 1 0,38 8 0,-16-2 0,927 150 0,-765-113 0,84 12 0,-261-54-682,51-2-1,-58-1-6143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7:45:56.7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5039 193 24575,'-623'-16'0,"-140"4"0,525 13 0,213-3 0,1-1 0,-1-1 0,1-2 0,0 0 0,1-2 0,-28-12 0,-44-13 0,55 24 0,0 1 0,0 2 0,-50-2 0,-125 9 0,82 2 0,-495-3 0,678 2 0,63 12 0,-75-8 0,149 34 0,-133-26 0,2-2 0,85 8 0,-16-16 0,-40-2 0,107 16 0,-64-1 0,144 1 0,131-19 0,-149-1 0,1036 2 0,-1127-14 0,-24 1 0,163 12 0,-194 1 0,-175 1 0,-31 0 0,-157-19 0,204 13 0,-93 1 0,3 2 0,126-1 0,1 1 0,-1-2 0,1 0 0,-23-10 0,22 8 0,1 1 0,-2 0 0,1 1 0,-22-3 0,-62 4 0,60 2 0,-56-6 0,-85-8 0,111 11 0,-49-8 0,-46-2 0,117 11 0,0-2 0,-61-15 0,61 11 0,-1 1 0,-55-2 0,-701 10 0,364 2 0,-917-2 0,1282 4 0,0 4 0,0 3 0,-87 25 0,-17 2 0,-177 3 0,324-37 0,0 2 0,-43 13 0,-14 4 0,71-20 0,1 2 0,-1 0 0,-22 11 0,32-12 0,0 0 0,1 0 0,-1 0 0,1 1 0,0 0 0,1 1 0,-1-1 0,-11 14 0,18-18 0,-1 1 0,0-1 0,0 0 0,1 1 0,-1-1 0,1 0 0,-1 1 0,1-1 0,0 1 0,0-1 0,-1 1 0,1-1 0,0 1 0,0-1 0,0 1 0,1-1 0,-1 1 0,0-1 0,0 1 0,1-1 0,-1 0 0,1 1 0,-1-1 0,1 0 0,0 1 0,0-1 0,-1 0 0,1 1 0,0-1 0,0 0 0,0 0 0,3 2 0,2 3 0,2 1 0,-1-2 0,17 11 0,-20-13 0,37 19 0,0-2 0,2-2 0,0-2 0,1-1 0,89 16 0,-83-23 0,0-3 0,0-2 0,76-5 0,-43 0 0,2304-2 0,-1278 6 0,-604-2 0,-470-2 0,58-10 0,-55 6 0,42-2 0,64-5 0,18-1 0,-112 11 0,1-2 0,60-15 0,-62 10 0,1 2 0,71-2 0,56 12 0,-240-3 0,18-1 0,0 2 0,0 2 0,1 2 0,-84 19 0,123-22 0,1 0 0,-1 1 0,0 0 0,1 0 0,-1 0 0,1 1 0,0 0 0,-8 6 0,11-8 0,0 0 0,1 0 0,-1 0 0,0 0 0,0 0 0,1 0 0,-1 0 0,1 1 0,-1-1 0,1 0 0,-1 1 0,1-1 0,0 0 0,0 0 0,0 1 0,-1-1 0,1 0 0,1 1 0,-1-1 0,0 1 0,0-1 0,0 0 0,1 0 0,-1 1 0,0-1 0,1 0 0,0 0 0,-1 1 0,1-1 0,-1 0 0,1 0 0,0 0 0,0 0 0,0 0 0,0 0 0,0 0 0,2 1 0,5 6 0,1-1 0,0-1 0,0 1 0,0-1 0,1-1 0,0 0 0,0-1 0,0 1 0,1-2 0,-1 0 0,1 0 0,0-1 0,13 2 0,0-2 0,-1 0 0,1-1 0,-1-2 0,1 0 0,30-7 0,-31 5 0,-10 2 0,0-1 0,1-1 0,24-8 0,-36 10 0,-1 1 0,1-1 0,-1 1 0,1-1 0,0 0 0,-1 0 0,1 0 0,-1 0 0,0 0 0,1 0 0,-1 0 0,0 0 0,0 0 0,1-1 0,-1 1 0,0-1 0,0 1 0,-1 0 0,1-1 0,0 0 0,0 1 0,-1-1 0,1 1 0,-1-1 0,1 0 0,-1 0 0,0 1 0,0-1 0,1 0 0,-1 1 0,-1-1 0,1 0 0,0 0 0,0 1 0,-1-1 0,1 0 0,-1-1 0,-1-1 0,0-1 0,-1 1 0,1 1 0,-1-1 0,0 0 0,0 0 0,0 1 0,-1 0 0,1 0 0,-1 0 0,0 0 0,-7-4 0,-57-27 0,53 27 0,-27-10 0,-2 2 0,0 2 0,-67-11 0,-16-5 0,116 25 0,1 0 0,0 0 0,1-1 0,-1 0 0,-13-10 0,13 7 0,-1 1 0,0 1 0,-18-7 0,1 3 128,3 1-625,0-1-1,-29-15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07:46:01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10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59353" y="648614"/>
            <a:ext cx="4236334" cy="106726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20860" y="-526757"/>
            <a:ext cx="10173625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0860" y="907654"/>
            <a:ext cx="5424171" cy="514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SIH25134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Swadeshi for Atmanirbhar Bharat - Robotics and Drones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Robotics and Drones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 222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CloudWing AI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6353"/>
            <a:ext cx="12191999" cy="50164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</a:t>
            </a:r>
            <a:r>
              <a:rPr lang="en-IN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83673" y="1059580"/>
            <a:ext cx="1219199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/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0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CloudWing</a:t>
            </a:r>
            <a:r>
              <a:rPr lang="en-US" dirty="0"/>
              <a:t> </a:t>
            </a:r>
          </a:p>
          <a:p>
            <a:pPr algn="ctr"/>
            <a:r>
              <a:rPr lang="en-US" b="1" dirty="0"/>
              <a:t>AI</a:t>
            </a:r>
            <a:endParaRPr lang="en-IN" b="1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175914-9BA8-62DB-7A41-ECADE2215EDF}"/>
                  </a:ext>
                </a:extLst>
              </p14:cNvPr>
              <p14:cNvContentPartPr/>
              <p14:nvPr/>
            </p14:nvContentPartPr>
            <p14:xfrm>
              <a:off x="4792970" y="4728828"/>
              <a:ext cx="419040" cy="138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175914-9BA8-62DB-7A41-ECADE2215E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86850" y="4722708"/>
                <a:ext cx="4312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E7A3A8-F937-4BD3-1806-4519E9DB4000}"/>
                  </a:ext>
                </a:extLst>
              </p14:cNvPr>
              <p14:cNvContentPartPr/>
              <p14:nvPr/>
            </p14:nvContentPartPr>
            <p14:xfrm>
              <a:off x="3850850" y="4697868"/>
              <a:ext cx="1153080" cy="209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E7A3A8-F937-4BD3-1806-4519E9DB40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4730" y="4691748"/>
                <a:ext cx="11653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5BB9B4E-9203-5597-722F-E3451BCFDDFA}"/>
                  </a:ext>
                </a:extLst>
              </p14:cNvPr>
              <p14:cNvContentPartPr/>
              <p14:nvPr/>
            </p14:nvContentPartPr>
            <p14:xfrm>
              <a:off x="3112130" y="4757988"/>
              <a:ext cx="2174040" cy="199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5BB9B4E-9203-5597-722F-E3451BCFDD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49130" y="4695348"/>
                <a:ext cx="22996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342CA6-130A-E2BD-9DE7-B22AC4271206}"/>
                  </a:ext>
                </a:extLst>
              </p14:cNvPr>
              <p14:cNvContentPartPr/>
              <p14:nvPr/>
            </p14:nvContentPartPr>
            <p14:xfrm>
              <a:off x="5024450" y="469966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342CA6-130A-E2BD-9DE7-B22AC427120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61450" y="4637028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 descr="A screenshot of a computer">
            <a:extLst>
              <a:ext uri="{FF2B5EF4-FFF2-40B4-BE49-F238E27FC236}">
                <a16:creationId xmlns:a16="http://schemas.microsoft.com/office/drawing/2014/main" id="{3BD643C7-C71E-A618-7439-43CC34CFA48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385"/>
          <a:stretch>
            <a:fillRect/>
          </a:stretch>
        </p:blipFill>
        <p:spPr>
          <a:xfrm>
            <a:off x="1" y="1432211"/>
            <a:ext cx="12191999" cy="49278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4"/>
            <a:ext cx="12192000" cy="5016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CloudWng</a:t>
            </a:r>
            <a:endParaRPr lang="en-US" sz="1200" b="1" dirty="0"/>
          </a:p>
          <a:p>
            <a:pPr algn="ctr"/>
            <a:r>
              <a:rPr lang="en-US" dirty="0"/>
              <a:t>AI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cloud computing system">
            <a:extLst>
              <a:ext uri="{FF2B5EF4-FFF2-40B4-BE49-F238E27FC236}">
                <a16:creationId xmlns:a16="http://schemas.microsoft.com/office/drawing/2014/main" id="{512E943C-6423-9C70-D414-DC0C7ECD73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584" r="1160"/>
          <a:stretch>
            <a:fillRect/>
          </a:stretch>
        </p:blipFill>
        <p:spPr>
          <a:xfrm>
            <a:off x="70757" y="1359451"/>
            <a:ext cx="12050486" cy="4110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8" name="Rectangle 17417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58296" y="365125"/>
            <a:ext cx="9495503" cy="13064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 eaLnBrk="1" hangingPunct="1">
              <a:lnSpc>
                <a:spcPct val="90000"/>
              </a:lnSpc>
            </a:pPr>
            <a:r>
              <a:rPr lang="en-US" sz="4000" b="1" dirty="0">
                <a:latin typeface="+mj-lt"/>
                <a:ea typeface="+mj-ea"/>
                <a:cs typeface="+mj-cs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5" y="139453"/>
            <a:ext cx="1440116" cy="9201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b="1" dirty="0"/>
              <a:t>CloudWing</a:t>
            </a:r>
          </a:p>
          <a:p>
            <a:pPr algn="ctr">
              <a:spcAft>
                <a:spcPts val="600"/>
              </a:spcAft>
            </a:pPr>
            <a:r>
              <a:rPr lang="en-US" sz="1200" b="1" dirty="0"/>
              <a:t>AI</a:t>
            </a:r>
            <a:endParaRPr lang="en-IN" sz="1200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kern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 fontAlgn="auto">
              <a:spcBef>
                <a:spcPts val="0"/>
              </a:spcBef>
              <a:spcAft>
                <a:spcPts val="600"/>
              </a:spcAft>
              <a:defRPr/>
            </a:pPr>
            <a:fld id="{677C3CE7-23F7-4828-823C-E0205DF2CF97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914400" fontAlgn="auto">
                <a:spcBef>
                  <a:spcPts val="0"/>
                </a:spcBef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42417"/>
            <a:ext cx="12191999" cy="50165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2"/>
                </a:solidFill>
                <a:latin typeface="Calibri" panose="020F0502020204030204"/>
              </a:rPr>
              <a:t>@SIH Idea submission- Template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412" name="TextBox 8">
            <a:extLst>
              <a:ext uri="{FF2B5EF4-FFF2-40B4-BE49-F238E27FC236}">
                <a16:creationId xmlns:a16="http://schemas.microsoft.com/office/drawing/2014/main" id="{440CF925-9451-659D-4164-F2CAB6DB3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296949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 descr="A model of a drone">
            <a:extLst>
              <a:ext uri="{FF2B5EF4-FFF2-40B4-BE49-F238E27FC236}">
                <a16:creationId xmlns:a16="http://schemas.microsoft.com/office/drawing/2014/main" id="{B148E9C9-3F4D-2B25-740C-947E90F7C0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6712" y="3127895"/>
            <a:ext cx="4599892" cy="2163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78F7C-6EDA-1594-2DC9-775F74D6B004}"/>
              </a:ext>
            </a:extLst>
          </p:cNvPr>
          <p:cNvSpPr txBox="1"/>
          <p:nvPr/>
        </p:nvSpPr>
        <p:spPr>
          <a:xfrm>
            <a:off x="11353799" y="6356350"/>
            <a:ext cx="301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CloudWing</a:t>
            </a:r>
          </a:p>
          <a:p>
            <a:pPr algn="ctr"/>
            <a:r>
              <a:rPr lang="en-IN" sz="1200" b="1" dirty="0"/>
              <a:t>AI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solution&#10;&#10;AI-generated content may be incorrect.">
            <a:extLst>
              <a:ext uri="{FF2B5EF4-FFF2-40B4-BE49-F238E27FC236}">
                <a16:creationId xmlns:a16="http://schemas.microsoft.com/office/drawing/2014/main" id="{936BB07C-5EBE-90D7-16DB-B68463E84C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255" r="2747"/>
          <a:stretch>
            <a:fillRect/>
          </a:stretch>
        </p:blipFill>
        <p:spPr>
          <a:xfrm>
            <a:off x="508644" y="1395246"/>
            <a:ext cx="11349059" cy="415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CloudWing</a:t>
            </a:r>
          </a:p>
          <a:p>
            <a:pPr algn="ctr"/>
            <a:r>
              <a:rPr lang="en-US" sz="1200" dirty="0"/>
              <a:t>AI</a:t>
            </a:r>
            <a:endParaRPr lang="en-IN" sz="1200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B9FA95-0783-2D88-3522-3C0F4392F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84" y="868820"/>
            <a:ext cx="1082531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IN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IN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IN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IN" sz="1600" dirty="0">
                <a:latin typeface="+mn-lt"/>
              </a:rPr>
              <a:t>Li, J., Li, D., Xiong, C. and Hoi, S., 2022, June. Blip: Bootstrapping language-image pre-training for unified vision-language understanding and generation. In </a:t>
            </a:r>
            <a:r>
              <a:rPr lang="en-IN" sz="1600" i="1" dirty="0">
                <a:latin typeface="+mn-lt"/>
              </a:rPr>
              <a:t>International conference on machine learning</a:t>
            </a:r>
            <a:r>
              <a:rPr lang="en-IN" sz="1600" dirty="0">
                <a:latin typeface="+mn-lt"/>
              </a:rPr>
              <a:t> (pp. 12888-12900). PMLR.</a:t>
            </a: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IN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sz="1600" dirty="0">
                <a:latin typeface="+mn-lt"/>
              </a:rPr>
              <a:t>Gupta, B. and Vani, M.P., 2018. An overview of web sockets: The future of real-time communication. </a:t>
            </a:r>
            <a:r>
              <a:rPr lang="en-US" sz="1600" i="1" dirty="0">
                <a:latin typeface="+mn-lt"/>
              </a:rPr>
              <a:t>Int. Res. J. Eng. Technol. IRJET</a:t>
            </a:r>
            <a:r>
              <a:rPr lang="en-US" sz="1600" dirty="0">
                <a:latin typeface="+mn-lt"/>
              </a:rPr>
              <a:t>, </a:t>
            </a:r>
            <a:r>
              <a:rPr lang="en-US" sz="1600" i="1" dirty="0">
                <a:latin typeface="+mn-lt"/>
              </a:rPr>
              <a:t>5</a:t>
            </a:r>
            <a:r>
              <a:rPr lang="en-US" sz="1600" dirty="0">
                <a:latin typeface="+mn-lt"/>
              </a:rPr>
              <a:t>(12).</a:t>
            </a: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US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sz="1600" dirty="0">
                <a:latin typeface="+mn-lt"/>
              </a:rPr>
              <a:t>Sugalski, A.J., 2022. Leveraging Vertical Take-off and Landing (VTOL) Unmanned Aerial Vehicle (UAV) Technology for Humanitarian Aid and Disaster Relief (HA/DR): The Last Tactical Mile.</a:t>
            </a: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US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sz="1600" dirty="0">
                <a:latin typeface="+mn-lt"/>
              </a:rPr>
              <a:t>Rao, B.T., 2016. A study on data storage security issues in cloud computing. </a:t>
            </a:r>
            <a:r>
              <a:rPr lang="en-US" sz="1600" i="1" dirty="0">
                <a:latin typeface="+mn-lt"/>
              </a:rPr>
              <a:t>Procedia Computer Science</a:t>
            </a:r>
            <a:r>
              <a:rPr lang="en-US" sz="1600" dirty="0">
                <a:latin typeface="+mn-lt"/>
              </a:rPr>
              <a:t>, </a:t>
            </a:r>
            <a:r>
              <a:rPr lang="en-US" sz="1600" i="1" dirty="0">
                <a:latin typeface="+mn-lt"/>
              </a:rPr>
              <a:t>92</a:t>
            </a:r>
            <a:r>
              <a:rPr lang="en-US" sz="1600" dirty="0">
                <a:latin typeface="+mn-lt"/>
              </a:rPr>
              <a:t>, pp.128-135.</a:t>
            </a: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US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sz="1600" dirty="0">
                <a:latin typeface="+mn-lt"/>
              </a:rPr>
              <a:t>Pamadi, B.N., 2004. </a:t>
            </a:r>
            <a:r>
              <a:rPr lang="en-US" sz="1600" i="1" dirty="0">
                <a:latin typeface="+mn-lt"/>
              </a:rPr>
              <a:t>Performance, stability, dynamics, and control of airplanes</a:t>
            </a:r>
            <a:r>
              <a:rPr lang="en-US" sz="1600" dirty="0">
                <a:latin typeface="+mn-lt"/>
              </a:rPr>
              <a:t>. </a:t>
            </a:r>
            <a:r>
              <a:rPr lang="en-US" sz="1600" dirty="0" err="1">
                <a:latin typeface="+mn-lt"/>
              </a:rPr>
              <a:t>Aiaa</a:t>
            </a:r>
            <a:r>
              <a:rPr lang="en-US" sz="1600" dirty="0">
                <a:latin typeface="+mn-lt"/>
              </a:rPr>
              <a:t>.</a:t>
            </a: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endParaRPr lang="en-US" sz="1600" dirty="0">
              <a:latin typeface="+mn-lt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IN" sz="1600" dirty="0">
                <a:latin typeface="+mn-lt"/>
              </a:rPr>
              <a:t>Koning, W.J., Russell, C.R., Solis, E. and Theodore, C., 2018. </a:t>
            </a:r>
            <a:r>
              <a:rPr lang="en-IN" sz="1600" i="1" dirty="0">
                <a:latin typeface="+mn-lt"/>
              </a:rPr>
              <a:t>Mid-Fidelity Computational Fluid Dynamics Analysis of the Elytron 4S UAV Concept</a:t>
            </a:r>
            <a:r>
              <a:rPr lang="en-IN" sz="1600" dirty="0">
                <a:latin typeface="+mn-lt"/>
              </a:rPr>
              <a:t> (No. ARC-E-DAA-TN53886).</a:t>
            </a:r>
            <a:endParaRPr lang="en-US" sz="1600" dirty="0">
              <a:latin typeface="+mn-lt"/>
            </a:endParaRPr>
          </a:p>
          <a:p>
            <a:pPr lvl="0" defTabSz="914400" eaLnBrk="0" hangingPunct="0">
              <a:buFontTx/>
              <a:buChar char="•"/>
            </a:pPr>
            <a:endParaRPr lang="en-US" sz="1400" dirty="0"/>
          </a:p>
          <a:p>
            <a:pPr lvl="0" defTabSz="914400" eaLnBrk="0" hangingPunct="0">
              <a:buFontTx/>
              <a:buChar char="•"/>
            </a:pPr>
            <a:endParaRPr lang="en-US" sz="1400" dirty="0"/>
          </a:p>
          <a:p>
            <a:pPr lvl="0" defTabSz="914400" eaLnBrk="0" hangingPunct="0">
              <a:buFontTx/>
              <a:buChar char="•"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7661</TotalTime>
  <Words>387</Words>
  <Application>Microsoft Office PowerPoint</Application>
  <PresentationFormat>Widescreen</PresentationFormat>
  <Paragraphs>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  PROPOSED SOLUTION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Smit Panchal</cp:lastModifiedBy>
  <cp:revision>153</cp:revision>
  <dcterms:created xsi:type="dcterms:W3CDTF">2013-12-12T18:46:50Z</dcterms:created>
  <dcterms:modified xsi:type="dcterms:W3CDTF">2025-09-26T09:41:14Z</dcterms:modified>
  <cp:category/>
</cp:coreProperties>
</file>